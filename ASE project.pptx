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2" r:id="rId3"/>
    <p:sldId id="707" r:id="rId4"/>
    <p:sldId id="257" r:id="rId5"/>
    <p:sldId id="903" r:id="rId6"/>
    <p:sldId id="904" r:id="rId7"/>
    <p:sldId id="905" r:id="rId8"/>
    <p:sldId id="906" r:id="rId9"/>
    <p:sldId id="907" r:id="rId10"/>
    <p:sldId id="260" r:id="rId11"/>
    <p:sldId id="908" r:id="rId12"/>
    <p:sldId id="910" r:id="rId13"/>
    <p:sldId id="911" r:id="rId14"/>
    <p:sldId id="90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thana ganta" userId="c7786f2083535dee" providerId="LiveId" clId="{29500FE1-9FCC-4AEA-839A-4E7D98CCD835}"/>
    <pc:docChg chg="addSld modSld">
      <pc:chgData name="khethana ganta" userId="c7786f2083535dee" providerId="LiveId" clId="{29500FE1-9FCC-4AEA-839A-4E7D98CCD835}" dt="2026-10-30T05:05:40.490" v="42" actId="14100"/>
      <pc:docMkLst>
        <pc:docMk/>
      </pc:docMkLst>
      <pc:sldChg chg="addSp modSp mod">
        <pc:chgData name="khethana ganta" userId="c7786f2083535dee" providerId="LiveId" clId="{29500FE1-9FCC-4AEA-839A-4E7D98CCD835}" dt="2026-10-30T05:04:47.786" v="34" actId="1076"/>
        <pc:sldMkLst>
          <pc:docMk/>
          <pc:sldMk cId="3098192298" sldId="908"/>
        </pc:sldMkLst>
        <pc:spChg chg="mod">
          <ac:chgData name="khethana ganta" userId="c7786f2083535dee" providerId="LiveId" clId="{29500FE1-9FCC-4AEA-839A-4E7D98CCD835}" dt="2026-10-30T05:04:45.798" v="33" actId="1076"/>
          <ac:spMkLst>
            <pc:docMk/>
            <pc:sldMk cId="3098192298" sldId="908"/>
            <ac:spMk id="2" creationId="{540DE1F1-00D9-7F52-0530-DD77DA8CC1B2}"/>
          </ac:spMkLst>
        </pc:spChg>
        <pc:picChg chg="add mod">
          <ac:chgData name="khethana ganta" userId="c7786f2083535dee" providerId="LiveId" clId="{29500FE1-9FCC-4AEA-839A-4E7D98CCD835}" dt="2026-10-30T05:04:47.786" v="34" actId="1076"/>
          <ac:picMkLst>
            <pc:docMk/>
            <pc:sldMk cId="3098192298" sldId="908"/>
            <ac:picMk id="5" creationId="{4582BFD3-F792-176B-ECF8-D538FFCF9914}"/>
          </ac:picMkLst>
        </pc:picChg>
      </pc:sldChg>
      <pc:sldChg chg="addSp modSp new mod">
        <pc:chgData name="khethana ganta" userId="c7786f2083535dee" providerId="LiveId" clId="{29500FE1-9FCC-4AEA-839A-4E7D98CCD835}" dt="2026-10-30T05:05:18.369" v="38" actId="14100"/>
        <pc:sldMkLst>
          <pc:docMk/>
          <pc:sldMk cId="3867999937" sldId="910"/>
        </pc:sldMkLst>
        <pc:picChg chg="add mod">
          <ac:chgData name="khethana ganta" userId="c7786f2083535dee" providerId="LiveId" clId="{29500FE1-9FCC-4AEA-839A-4E7D98CCD835}" dt="2026-10-30T05:05:18.369" v="38" actId="14100"/>
          <ac:picMkLst>
            <pc:docMk/>
            <pc:sldMk cId="3867999937" sldId="910"/>
            <ac:picMk id="3" creationId="{012849DC-4F33-2BC0-B527-D7AC99DDAE12}"/>
          </ac:picMkLst>
        </pc:picChg>
      </pc:sldChg>
      <pc:sldChg chg="addSp modSp new mod">
        <pc:chgData name="khethana ganta" userId="c7786f2083535dee" providerId="LiveId" clId="{29500FE1-9FCC-4AEA-839A-4E7D98CCD835}" dt="2026-10-30T05:05:40.490" v="42" actId="14100"/>
        <pc:sldMkLst>
          <pc:docMk/>
          <pc:sldMk cId="4134796797" sldId="911"/>
        </pc:sldMkLst>
        <pc:picChg chg="add mod">
          <ac:chgData name="khethana ganta" userId="c7786f2083535dee" providerId="LiveId" clId="{29500FE1-9FCC-4AEA-839A-4E7D98CCD835}" dt="2026-10-30T05:05:40.490" v="42" actId="14100"/>
          <ac:picMkLst>
            <pc:docMk/>
            <pc:sldMk cId="4134796797" sldId="911"/>
            <ac:picMk id="3" creationId="{DA1C2A6B-8B62-B2F1-E51D-CACBF668061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30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30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30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30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30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30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30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30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30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30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30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30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23/09/26 &amp; 10:00 AM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64169"/>
              </p:ext>
            </p:extLst>
          </p:nvPr>
        </p:nvGraphicFramePr>
        <p:xfrm>
          <a:off x="8193271" y="4898509"/>
          <a:ext cx="3702050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V. Chandra - 2420030291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M. Sahasra  - 2420030459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G. Khethana - 2420030461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085537"/>
              </p:ext>
            </p:extLst>
          </p:nvPr>
        </p:nvGraphicFramePr>
        <p:xfrm>
          <a:off x="-795813" y="4774125"/>
          <a:ext cx="5902325" cy="1488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Mr.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Chandrashekhar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Rendla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Cambria"/>
                        </a:rPr>
                        <a:t>Assistant Professor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ASE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88982"/>
            <a:ext cx="10715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EduAdapt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AI-Powered Adaptive Learning and Student Performance Platform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6" y="2108335"/>
            <a:ext cx="1071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SOFTWARE ENGINEERING - (24CI3201)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2783249" y="196982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519473" y="1220453"/>
            <a:ext cx="6621805" cy="4406295"/>
            <a:chOff x="1929643" y="1647701"/>
            <a:chExt cx="6621805" cy="365294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7961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lnSpc>
                  <a:spcPct val="150000"/>
                </a:lnSpc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system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49188" y="3801670"/>
              <a:ext cx="4374693" cy="3841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lnSpc>
                  <a:spcPct val="150000"/>
                </a:lnSpc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Technology used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26557" y="4185483"/>
              <a:ext cx="4529560" cy="3841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lnSpc>
                  <a:spcPct val="150000"/>
                </a:lnSpc>
                <a:spcBef>
                  <a:spcPts val="504"/>
                </a:spcBef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Workflow/Architecture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367165" y="4538159"/>
              <a:ext cx="4774676" cy="7624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lnSpc>
                  <a:spcPct val="150000"/>
                </a:lnSpc>
                <a:spcBef>
                  <a:spcPts val="504"/>
                </a:spcBef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095607" y="4414069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lvl="0" indent="-342900">
                <a:lnSpc>
                  <a:spcPct val="150000"/>
                </a:lnSpc>
                <a:spcBef>
                  <a:spcPts val="0"/>
                </a:spcBef>
                <a:buSzPts val="2520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54300" y="3987383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73329" y="3627167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9417" y="3243353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57942" y="2698246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551" y="2214050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494973" y="1647701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4867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lnSpc>
                  <a:spcPct val="150000"/>
                </a:lnSpc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System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735EB1-757B-6D83-C879-45623D6EFB9E}"/>
              </a:ext>
            </a:extLst>
          </p:cNvPr>
          <p:cNvSpPr txBox="1"/>
          <p:nvPr/>
        </p:nvSpPr>
        <p:spPr>
          <a:xfrm>
            <a:off x="4280689" y="5193856"/>
            <a:ext cx="4774676" cy="9197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accent4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30213" lvl="0" indent="-342900" defTabSz="457200">
              <a:lnSpc>
                <a:spcPct val="150000"/>
              </a:lnSpc>
              <a:spcBef>
                <a:spcPts val="504"/>
              </a:spcBef>
              <a:buSzPts val="2520"/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itchFamily="18" charset="0"/>
                <a:sym typeface="Calibri"/>
              </a:rPr>
            </a:b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DB98D-A511-3152-68D6-A0F1C789FFC0}"/>
              </a:ext>
            </a:extLst>
          </p:cNvPr>
          <p:cNvSpPr txBox="1"/>
          <p:nvPr/>
        </p:nvSpPr>
        <p:spPr>
          <a:xfrm>
            <a:off x="4527212" y="5719949"/>
            <a:ext cx="4891526" cy="5922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accent4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30213" marR="0" lvl="0" indent="-342900" algn="l" defTabSz="457200" rtl="0" eaLnBrk="1" fontAlgn="auto" latinLnBrk="0" hangingPunct="1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Conclusion</a:t>
            </a:r>
          </a:p>
          <a:p>
            <a:pPr marL="430213" marR="0" lvl="0" indent="-342900" algn="l" defTabSz="457200" rtl="0" eaLnBrk="1" fontAlgn="auto" latinLnBrk="0" hangingPunct="1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endParaRPr kumimoji="0" lang="en-US" sz="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F5773D9-7FC2-B7A0-5173-2EBCCB9B98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1415757" flipH="1">
            <a:off x="9005014" y="5061321"/>
            <a:ext cx="455841" cy="64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79895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E46C22-4B80-BF9C-9C23-0DFDFA7FE30B}"/>
              </a:ext>
            </a:extLst>
          </p:cNvPr>
          <p:cNvSpPr txBox="1"/>
          <p:nvPr/>
        </p:nvSpPr>
        <p:spPr>
          <a:xfrm>
            <a:off x="546682" y="1033611"/>
            <a:ext cx="10887511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e-learning platforms generally provide the same content and learning path to all students.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student has a different learning speed, knowledge level, interests, and learning style.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struggle to identify their weak topics and areas that need improvement.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Fixed-difficulty quizzes may be too easy for some students and too difficult for others.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have to manually monitor student performance, which can be time-consuming for large groups.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provide basic marks and progress reports but limited personalized guidance.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waste time studying topics they already understand instead of focusing on areas where they need improvement.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performance and automatically recommend suitable learning content.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continuously use quiz results, learning activity, and progress to improve recommendations.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EduAdapt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problems by providing an AI-powered adaptive learning and student performance platform.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C2469B6-0042-2E2B-5934-3AC35CE9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27A095-783C-A13A-2E95-A1F29BC45C2E}"/>
              </a:ext>
            </a:extLst>
          </p:cNvPr>
          <p:cNvSpPr txBox="1"/>
          <p:nvPr/>
        </p:nvSpPr>
        <p:spPr>
          <a:xfrm>
            <a:off x="469784" y="1000024"/>
            <a:ext cx="111070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learning content based on each student's performance and learning needs.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 scores, attempts, progress, and learning activities.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Strengths and Weaknesses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topics where students perform well and topics that require more attention.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suitable courses, topics, videos, notes, or learning materials based on performance.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Quizzes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quizzes according to the student's current knowledge and performance level.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suitable sequence of topics for each student instead of using one fixed path.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student scores, completed topics, quiz history, and overall learning progress.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Learning Efficiency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focus more on weak areas and avoid unnecessary repetition of already-mastered topics.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Adaptation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recommendations as the student's performance changes over time.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Teacher/Administrator Support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performance insights that can help teachers understand individual student progress.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EC5AD4D-27B4-EF91-1949-6199FB6E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C6EB2-F452-8825-0E23-82712FF36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85" y="75501"/>
            <a:ext cx="10515600" cy="76789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915FF-2EDB-DEF4-6B88-9836C0F3E9B2}"/>
              </a:ext>
            </a:extLst>
          </p:cNvPr>
          <p:cNvSpPr txBox="1"/>
          <p:nvPr/>
        </p:nvSpPr>
        <p:spPr>
          <a:xfrm>
            <a:off x="525477" y="767899"/>
            <a:ext cx="107155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traditional e-learning platforms follow a one-size-fits-all approach.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students generally receive the same courses, materials, and learning sequence.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paths are usually fixed or predefined.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often required to choose what to study manually.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Quizzes commonly use predefined difficulty levels.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difficulty of learning content may not automatically change according to student performance.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mainly represented through marks, grades, or completion percentages.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 student's specific weak topics may require manual analysis.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may need to manually monitor the performance of multiple students.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are often limited or based on simple rules.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and learning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not be continuously used to adjust the learning path.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real-time adaptation to changes in student performance.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C9B27E-D7E9-BB80-D52F-41446BD63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235841"/>
              </p:ext>
            </p:extLst>
          </p:nvPr>
        </p:nvGraphicFramePr>
        <p:xfrm>
          <a:off x="1797108" y="4303552"/>
          <a:ext cx="8823354" cy="2256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2631">
                  <a:extLst>
                    <a:ext uri="{9D8B030D-6E8A-4147-A177-3AD203B41FA5}">
                      <a16:colId xmlns:a16="http://schemas.microsoft.com/office/drawing/2014/main" val="1474576281"/>
                    </a:ext>
                  </a:extLst>
                </a:gridCol>
                <a:gridCol w="4630723">
                  <a:extLst>
                    <a:ext uri="{9D8B030D-6E8A-4147-A177-3AD203B41FA5}">
                      <a16:colId xmlns:a16="http://schemas.microsoft.com/office/drawing/2014/main" val="1714057250"/>
                    </a:ext>
                  </a:extLst>
                </a:gridCol>
              </a:tblGrid>
              <a:tr h="402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438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learning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sequence for most students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09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learning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suitable for every student's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00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quizzes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may not match student 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3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score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detailed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2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adaptation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continuously respond to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180051"/>
                  </a:ext>
                </a:extLst>
              </a:tr>
            </a:tbl>
          </a:graphicData>
        </a:graphic>
      </p:graphicFrame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30BEEA-E1A6-3652-2F9C-153FECAE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5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8EBF4-5B1F-2BF1-3C0B-BEE3A3661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057"/>
            <a:ext cx="10515600" cy="75061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BCC7E-83DE-5B66-434E-52F06A366908}"/>
              </a:ext>
            </a:extLst>
          </p:cNvPr>
          <p:cNvSpPr txBox="1"/>
          <p:nvPr/>
        </p:nvSpPr>
        <p:spPr>
          <a:xfrm>
            <a:off x="906012" y="840633"/>
            <a:ext cx="1109863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Student Profile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student details, interests, learning level, and progress.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 scores, attempts, completed topics, and learning activities.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strong and weak areas.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relevant topics, courses, and learning materials.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change according to student performance.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Quiz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quizzes based on the student's current knowledge level.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gradually increase or decrease difficulty.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suitable sequence of topics for each student.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more practice to weak areas.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scores, completed topics, quiz history, and learning progress.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progress through a dashboard.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Adaptation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quiz results and activities are used to update recommendations.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Teacher/Admin Support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useful insights into student performance and progress.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0BEF-9021-4DFC-37FD-89128E43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82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A505-EF02-A662-D12B-E793D55BF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83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6D00B-DEEB-90D5-F94B-8E8B63C0E668}"/>
              </a:ext>
            </a:extLst>
          </p:cNvPr>
          <p:cNvSpPr txBox="1"/>
          <p:nvPr/>
        </p:nvSpPr>
        <p:spPr>
          <a:xfrm>
            <a:off x="1218500" y="1345433"/>
            <a:ext cx="9972414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Scikit-learn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Git, GitHub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Agile/Scrum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Docker &amp; Cloud Deployment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Stack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HTML/CSS/JS → Flask/Python → MySQL → AI/ML → Personalized Recommendations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9CE91-145F-076F-5F31-2205DCAF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4739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14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7B7C-D36C-1E32-978A-5545DD69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923" y="293615"/>
            <a:ext cx="10515600" cy="67950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99666DF-1067-3062-4321-490D7CD8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21E8DC-4D42-F368-BBD7-20B517580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23" y="1185048"/>
            <a:ext cx="10287000" cy="553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6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509113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3ED651-65C0-7B2B-3056-493FC4D58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024376"/>
              </p:ext>
            </p:extLst>
          </p:nvPr>
        </p:nvGraphicFramePr>
        <p:xfrm>
          <a:off x="2250114" y="1491453"/>
          <a:ext cx="8128000" cy="4288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680865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3449820"/>
                    </a:ext>
                  </a:extLst>
                </a:gridCol>
              </a:tblGrid>
              <a:tr h="53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065116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 &amp; profiles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58568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 &amp;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materials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271151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Quiz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Tests &amp; scores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448665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43961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Personalized suggestions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269002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Progress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524171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Teacher/Admin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Manage &amp; monitor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570582"/>
                  </a:ext>
                </a:extLst>
              </a:tr>
            </a:tbl>
          </a:graphicData>
        </a:graphic>
      </p:graphicFrame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6F8A243-7381-6080-59F3-8A20759E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8989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E1F1-00D9-7F52-0530-DD77DA8CC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64" y="136525"/>
            <a:ext cx="10515600" cy="80145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5E7BEB7-0483-C317-0C4E-E90A685A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2BFD3-F792-176B-ECF8-D538FFCF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4" y="1017268"/>
            <a:ext cx="10691071" cy="570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9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849DC-4F33-2BC0-B527-D7AC99DDA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71" y="387193"/>
            <a:ext cx="11560029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99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1C2A6B-8B62-B2F1-E51D-CACBF668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36" y="226502"/>
            <a:ext cx="11692128" cy="636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96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8817-BC7A-C4B7-147E-8B1EA72B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150"/>
            <a:ext cx="10515600" cy="71756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4081B-8CE0-989F-AD99-06C384F7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z="1400" smtClean="0"/>
              <a:t>13</a:t>
            </a:fld>
            <a:endParaRPr lang="en-IN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EAED8-0EBD-833F-3C51-00FBE0C81D54}"/>
              </a:ext>
            </a:extLst>
          </p:cNvPr>
          <p:cNvSpPr txBox="1"/>
          <p:nvPr/>
        </p:nvSpPr>
        <p:spPr>
          <a:xfrm>
            <a:off x="411061" y="945715"/>
            <a:ext cx="111154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EduAdapt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platform for personalized learning.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the limitations of fixed and one-size-fits-all learning.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performance and learning progress.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strong and weak learning areas.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performance, it can provide personalized content and recommendations.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includes modules for students, courses, quizzes, performance, and progress tracking.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is used for version control and team collaboration.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A1211-02FB-5C15-E009-F64659A1008C}"/>
              </a:ext>
            </a:extLst>
          </p:cNvPr>
          <p:cNvSpPr txBox="1"/>
          <p:nvPr/>
        </p:nvSpPr>
        <p:spPr>
          <a:xfrm>
            <a:off x="411061" y="2966601"/>
            <a:ext cx="1073720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Advanced AI Recommendations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recommendations using more student activity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Quiz Difficulty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adjust question difficulty based on performance.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 individual sequence of topics for each student.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detailed student performance reports and dashboards.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Prediction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performance and identify students who may need additional support.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Dashboard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teachers monitor individual and class-level progress.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EduAdapt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accessible through mobile devices.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platform online for wider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343664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1025</Words>
  <Application>Microsoft Office PowerPoint</Application>
  <PresentationFormat>Widescreen</PresentationFormat>
  <Paragraphs>186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Existing System</vt:lpstr>
      <vt:lpstr>Proposed system</vt:lpstr>
      <vt:lpstr>Technology used</vt:lpstr>
      <vt:lpstr>Workflow</vt:lpstr>
      <vt:lpstr>PowerPoint Presentation</vt:lpstr>
      <vt:lpstr>Implementation</vt:lpstr>
      <vt:lpstr>PowerPoint Presentation</vt:lpstr>
      <vt:lpstr>PowerPoint Presentation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khethana ganta</cp:lastModifiedBy>
  <cp:revision>35</cp:revision>
  <dcterms:created xsi:type="dcterms:W3CDTF">2026-08-08T06:33:56Z</dcterms:created>
  <dcterms:modified xsi:type="dcterms:W3CDTF">2026-10-30T05:05:41Z</dcterms:modified>
</cp:coreProperties>
</file>